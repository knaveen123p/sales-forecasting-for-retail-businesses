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6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79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4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60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7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3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0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051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19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176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98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62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5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Forecasting for Retail Businesses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forecasting predicts future sales based on historical data.</a:t>
            </a:r>
          </a:p>
          <a:p>
            <a:r>
              <a:t>Retail businesses use forecasting to plan inventory, pricing, and promotions.</a:t>
            </a:r>
          </a:p>
          <a:p>
            <a:r>
              <a:t>Accurate forecasting improves profitability and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Retailers often face:</a:t>
            </a:r>
          </a:p>
          <a:p>
            <a:r>
              <a:t>- Overstocking (leading to losses)</a:t>
            </a:r>
          </a:p>
          <a:p>
            <a:r>
              <a:t>- Stockouts (leading to missed sales)</a:t>
            </a:r>
          </a:p>
          <a:p>
            <a:r>
              <a:t>- Poor demand planning</a:t>
            </a:r>
          </a:p>
          <a:p>
            <a:endParaRPr/>
          </a:p>
          <a:p>
            <a:r>
              <a:t>Manual prediction methods are inaccurate and inefficient.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future sales accurately</a:t>
            </a:r>
          </a:p>
          <a:p>
            <a:r>
              <a:t>• Optimize inventory management</a:t>
            </a:r>
          </a:p>
          <a:p>
            <a:r>
              <a:t>• Identify seasonal trends and patterns</a:t>
            </a:r>
          </a:p>
          <a:p>
            <a:r>
              <a:t>• Support data-driven business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 of Sale (POS) systems</a:t>
            </a:r>
          </a:p>
          <a:p>
            <a:r>
              <a:t>• Historical sales databases</a:t>
            </a:r>
          </a:p>
          <a:p>
            <a:r>
              <a:t>• Customer transaction data</a:t>
            </a:r>
          </a:p>
          <a:p>
            <a:r>
              <a:t>• External data (holidays, festivals, seasons)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Ingestion – Collect raw data (Batch/Streaming)</a:t>
            </a:r>
          </a:p>
          <a:p>
            <a:r>
              <a:t>2. Data Cleaning – Handle missing and incorrect values</a:t>
            </a:r>
          </a:p>
          <a:p>
            <a:r>
              <a:t>3. Data Transformation – Format and aggregate data</a:t>
            </a:r>
          </a:p>
          <a:p>
            <a:r>
              <a:t>4. Data Storage – Store in Data Warehouse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Ingestion: Apache Kafka / CSV files</a:t>
            </a:r>
          </a:p>
          <a:p>
            <a:r>
              <a:t>• Processing: Python, Apache Spark</a:t>
            </a:r>
          </a:p>
          <a:p>
            <a:r>
              <a:t>• Storage: MySQL, PostgreSQL, Snowflake</a:t>
            </a:r>
          </a:p>
          <a:p>
            <a:r>
              <a:t>• Visualization: Power BI, Tableau, Matplotlib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 – Simple trend prediction</a:t>
            </a:r>
          </a:p>
          <a:p>
            <a:r>
              <a:t>• ARIMA – Time series forecasting</a:t>
            </a:r>
          </a:p>
          <a:p>
            <a:r>
              <a:t>• Facebook Prophet – Seasonality-based forecasting</a:t>
            </a:r>
          </a:p>
          <a:p>
            <a:r>
              <a:t>• LSTM – Deep learning for complex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historical sales trends</a:t>
            </a:r>
          </a:p>
          <a:p>
            <a:r>
              <a:t>• Train forecasting model</a:t>
            </a:r>
          </a:p>
          <a:p>
            <a:r>
              <a:t>• Validate accuracy using test data</a:t>
            </a:r>
          </a:p>
          <a:p>
            <a:r>
              <a:t>• Generate future sales predictions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trend graphs</a:t>
            </a:r>
          </a:p>
          <a:p>
            <a:r>
              <a:t>• Monthly and yearly demand patterns</a:t>
            </a:r>
          </a:p>
          <a:p>
            <a:r>
              <a:t>• Product-wise sales comparison</a:t>
            </a:r>
          </a:p>
          <a:p>
            <a:r>
              <a:t>• Actionable insights for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inventory costs</a:t>
            </a:r>
          </a:p>
          <a:p>
            <a:r>
              <a:t>• Better supply chain planning</a:t>
            </a:r>
          </a:p>
          <a:p>
            <a:r>
              <a:t>• Increased revenue</a:t>
            </a:r>
          </a:p>
          <a:p>
            <a:r>
              <a:t>• Improved customer satisfaction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forecasting helps retailers stay competitive.</a:t>
            </a:r>
          </a:p>
          <a:p>
            <a:r>
              <a:t>Combining data engineering and machine learning ensures accuracy.</a:t>
            </a:r>
          </a:p>
          <a:p>
            <a:r>
              <a:t>This project enables smart, data-driven retail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317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Sales Forecasting for Retail Businesses</vt:lpstr>
      <vt:lpstr>Introduction</vt:lpstr>
      <vt:lpstr>Problem Statement</vt:lpstr>
      <vt:lpstr>Project Objectives</vt:lpstr>
      <vt:lpstr>Data Sources</vt:lpstr>
      <vt:lpstr>Data Engineering Pipeline</vt:lpstr>
      <vt:lpstr>Technologies Used</vt:lpstr>
      <vt:lpstr>Machine Learning Models</vt:lpstr>
      <vt:lpstr>Forecasting Process</vt:lpstr>
      <vt:lpstr>Visualization &amp; Insights</vt:lpstr>
      <vt:lpstr>Business 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kappe ramesh</cp:lastModifiedBy>
  <cp:revision>2</cp:revision>
  <dcterms:created xsi:type="dcterms:W3CDTF">2013-01-27T09:14:16Z</dcterms:created>
  <dcterms:modified xsi:type="dcterms:W3CDTF">2026-02-20T06:03:04Z</dcterms:modified>
  <cp:category/>
</cp:coreProperties>
</file>