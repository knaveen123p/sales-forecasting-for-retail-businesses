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88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0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59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69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0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14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05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2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5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5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9556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23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1858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8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1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2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9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2109" y="939528"/>
            <a:ext cx="6759736" cy="1646302"/>
          </a:xfrm>
        </p:spPr>
        <p:txBody>
          <a:bodyPr/>
          <a:lstStyle/>
          <a:p>
            <a:pPr algn="l"/>
            <a:r>
              <a:rPr sz="4400" dirty="0"/>
              <a:t>Sales Forecasting for Retail Businesses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1614" y="3357715"/>
            <a:ext cx="6623017" cy="288576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Group 8:</a:t>
            </a:r>
          </a:p>
          <a:p>
            <a:pPr algn="l"/>
            <a:r>
              <a:rPr lang="en-US" b="1" dirty="0"/>
              <a:t>P. Binay Reddy(2310030386)</a:t>
            </a:r>
          </a:p>
          <a:p>
            <a:pPr algn="l"/>
            <a:r>
              <a:rPr lang="en-US" b="1" dirty="0"/>
              <a:t>K. Naveen Kumar(2310030089)</a:t>
            </a:r>
          </a:p>
          <a:p>
            <a:pPr algn="l"/>
            <a:r>
              <a:rPr lang="en-US" b="1" dirty="0"/>
              <a:t>E. Sathwik(2310030182)</a:t>
            </a:r>
          </a:p>
          <a:p>
            <a:pPr algn="l"/>
            <a:r>
              <a:rPr lang="en-US" b="1" dirty="0" err="1"/>
              <a:t>P.V.Dhanush</a:t>
            </a:r>
            <a:r>
              <a:rPr lang="en-US" b="1" dirty="0"/>
              <a:t>(2310030104)</a:t>
            </a:r>
            <a:br>
              <a:rPr lang="en-US" b="1" dirty="0"/>
            </a:br>
            <a:br>
              <a:rPr lang="en-US" dirty="0"/>
            </a:b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forecasting predicts future sales based on historical data.</a:t>
            </a:r>
          </a:p>
          <a:p>
            <a:r>
              <a:t>Retail businesses use forecasting to plan inventory, pricing, and promotions.</a:t>
            </a:r>
          </a:p>
          <a:p>
            <a:r>
              <a:t>Accurate forecasting improves profitability and customer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Retailers often face:</a:t>
            </a:r>
          </a:p>
          <a:p>
            <a:r>
              <a:t>- Overstocking (leading to losses)</a:t>
            </a:r>
          </a:p>
          <a:p>
            <a:r>
              <a:t>- Stockouts (leading to missed sales)</a:t>
            </a:r>
          </a:p>
          <a:p>
            <a:r>
              <a:t>- Poor demand planning</a:t>
            </a:r>
          </a:p>
          <a:p>
            <a:endParaRPr/>
          </a:p>
          <a:p>
            <a:r>
              <a:t>Manual prediction methods are inaccurate and inefficient.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Predict future sales accurately</a:t>
            </a:r>
          </a:p>
          <a:p>
            <a:r>
              <a:rPr dirty="0"/>
              <a:t> Optimize inventory management</a:t>
            </a:r>
          </a:p>
          <a:p>
            <a:r>
              <a:rPr dirty="0"/>
              <a:t> Identify seasonal trends and patterns</a:t>
            </a:r>
          </a:p>
          <a:p>
            <a:r>
              <a:rPr dirty="0"/>
              <a:t> Support data-driven business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Point of Sale (POS) systems</a:t>
            </a:r>
          </a:p>
          <a:p>
            <a:r>
              <a:rPr dirty="0"/>
              <a:t> Historical sales databases</a:t>
            </a:r>
          </a:p>
          <a:p>
            <a:r>
              <a:rPr dirty="0"/>
              <a:t> Customer transaction data</a:t>
            </a:r>
          </a:p>
          <a:p>
            <a:r>
              <a:rPr dirty="0"/>
              <a:t>External data (holidays, festivals, seasons)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Ingestion – Collect raw data (Batch/Streaming)</a:t>
            </a:r>
          </a:p>
          <a:p>
            <a:r>
              <a:t>2. Data Cleaning – Handle missing and incorrect values</a:t>
            </a:r>
          </a:p>
          <a:p>
            <a:r>
              <a:t>3. Data Transformation – Format and aggregate data</a:t>
            </a:r>
          </a:p>
          <a:p>
            <a:r>
              <a:t>4. Data Storage – Store in Data Warehouse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Data Ingestion: Apache Kafka / CSV files</a:t>
            </a:r>
          </a:p>
          <a:p>
            <a:r>
              <a:rPr dirty="0"/>
              <a:t> Processing: Python, Apache Spark</a:t>
            </a:r>
          </a:p>
          <a:p>
            <a:r>
              <a:rPr dirty="0"/>
              <a:t> Storage: MySQL, PostgreSQL, Snowflake</a:t>
            </a:r>
          </a:p>
          <a:p>
            <a:r>
              <a:rPr dirty="0"/>
              <a:t>Visualization: Power BI, Tableau, Matplotlib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Linear Regression – Simple trend prediction</a:t>
            </a:r>
          </a:p>
          <a:p>
            <a:r>
              <a:rPr dirty="0"/>
              <a:t> ARIMA – Time series forecasting</a:t>
            </a:r>
          </a:p>
          <a:p>
            <a:r>
              <a:rPr dirty="0"/>
              <a:t> Facebook Prophet – Seasonality-based forecasting</a:t>
            </a:r>
          </a:p>
          <a:p>
            <a:r>
              <a:rPr dirty="0"/>
              <a:t>LSTM – Deep learning for complex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Analyze historical sales trends</a:t>
            </a:r>
          </a:p>
          <a:p>
            <a:r>
              <a:rPr dirty="0"/>
              <a:t> Train forecasting model</a:t>
            </a:r>
          </a:p>
          <a:p>
            <a:r>
              <a:rPr dirty="0"/>
              <a:t> Validate accuracy using test data</a:t>
            </a:r>
          </a:p>
          <a:p>
            <a:r>
              <a:rPr dirty="0"/>
              <a:t> Generate future sales predictions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Sales trend graphs</a:t>
            </a:r>
          </a:p>
          <a:p>
            <a:r>
              <a:rPr dirty="0"/>
              <a:t> Monthly and yearly demand patterns</a:t>
            </a:r>
          </a:p>
          <a:p>
            <a:r>
              <a:rPr dirty="0"/>
              <a:t> Product-wise sales comparison</a:t>
            </a:r>
          </a:p>
          <a:p>
            <a:r>
              <a:rPr dirty="0"/>
              <a:t> Actionable insights for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Reduced inventory costs</a:t>
            </a:r>
          </a:p>
          <a:p>
            <a:r>
              <a:rPr dirty="0"/>
              <a:t> Better supply chain planning</a:t>
            </a:r>
          </a:p>
          <a:p>
            <a:r>
              <a:rPr dirty="0"/>
              <a:t> Increased revenue</a:t>
            </a:r>
          </a:p>
          <a:p>
            <a:r>
              <a:rPr dirty="0"/>
              <a:t> Improved customer satisfaction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forecasting helps retailers stay competitive.</a:t>
            </a:r>
          </a:p>
          <a:p>
            <a:r>
              <a:t>Combining data engineering and machine learning ensures accuracy.</a:t>
            </a:r>
          </a:p>
          <a:p>
            <a:r>
              <a:t>This project enables smart, data-driven retail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</TotalTime>
  <Words>348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Sales Forecasting for Retail Businesses</vt:lpstr>
      <vt:lpstr>Introduction</vt:lpstr>
      <vt:lpstr>Problem Statement</vt:lpstr>
      <vt:lpstr>Project Objectives</vt:lpstr>
      <vt:lpstr>Data Sources</vt:lpstr>
      <vt:lpstr>Data Engineering Pipeline</vt:lpstr>
      <vt:lpstr>Technologies Used</vt:lpstr>
      <vt:lpstr>Machine Learning Models</vt:lpstr>
      <vt:lpstr>Forecasting Process</vt:lpstr>
      <vt:lpstr>Visualization &amp; Insights</vt:lpstr>
      <vt:lpstr>Business 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kappe ramesh</cp:lastModifiedBy>
  <cp:revision>5</cp:revision>
  <dcterms:created xsi:type="dcterms:W3CDTF">2013-01-27T09:14:16Z</dcterms:created>
  <dcterms:modified xsi:type="dcterms:W3CDTF">2026-02-21T07:39:33Z</dcterms:modified>
  <cp:category/>
</cp:coreProperties>
</file>